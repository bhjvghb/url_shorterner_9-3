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633D7F-E5F1-4258-921B-E18EB6880D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5D1FE2-DB00-4752-9120-B446D0B53F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Project review</a:t>
          </a:r>
          <a:endParaRPr lang="en-US" dirty="0"/>
        </a:p>
      </dgm:t>
    </dgm:pt>
    <dgm:pt modelId="{639EDE40-E7AC-4397-8670-7A6B071647E0}" type="parTrans" cxnId="{130956A8-41A2-4BA6-B9C3-03334873E5F6}">
      <dgm:prSet/>
      <dgm:spPr/>
      <dgm:t>
        <a:bodyPr/>
        <a:lstStyle/>
        <a:p>
          <a:endParaRPr lang="en-US"/>
        </a:p>
      </dgm:t>
    </dgm:pt>
    <dgm:pt modelId="{523CD11B-DE85-4528-8A2D-06939F3B5CD3}" type="sibTrans" cxnId="{130956A8-41A2-4BA6-B9C3-03334873E5F6}">
      <dgm:prSet/>
      <dgm:spPr/>
      <dgm:t>
        <a:bodyPr/>
        <a:lstStyle/>
        <a:p>
          <a:endParaRPr lang="en-US"/>
        </a:p>
      </dgm:t>
    </dgm:pt>
    <dgm:pt modelId="{5008628D-935C-467C-8997-9BD27F978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Progress update &amp; demonstration</a:t>
          </a:r>
          <a:endParaRPr lang="en-US" dirty="0"/>
        </a:p>
      </dgm:t>
    </dgm:pt>
    <dgm:pt modelId="{BEDB3242-1B22-4D8F-881B-3BBC0D0733CA}" type="parTrans" cxnId="{2DE997BF-A6BA-4EDE-9F24-25A497CAB072}">
      <dgm:prSet/>
      <dgm:spPr/>
      <dgm:t>
        <a:bodyPr/>
        <a:lstStyle/>
        <a:p>
          <a:endParaRPr lang="en-US"/>
        </a:p>
      </dgm:t>
    </dgm:pt>
    <dgm:pt modelId="{CA80BDB7-3FCA-4A18-9FCD-103B2C9745F5}" type="sibTrans" cxnId="{2DE997BF-A6BA-4EDE-9F24-25A497CAB072}">
      <dgm:prSet/>
      <dgm:spPr/>
      <dgm:t>
        <a:bodyPr/>
        <a:lstStyle/>
        <a:p>
          <a:endParaRPr lang="en-US"/>
        </a:p>
      </dgm:t>
    </dgm:pt>
    <dgm:pt modelId="{AAB014EB-170F-47C1-BD79-D82835E5E3B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Methodology &amp; Implementation</a:t>
          </a:r>
          <a:endParaRPr lang="en-US" dirty="0"/>
        </a:p>
      </dgm:t>
    </dgm:pt>
    <dgm:pt modelId="{49D06C4C-C4A0-4477-B8FE-AB7DBD483467}" type="parTrans" cxnId="{FBDE9FA7-76C7-4DEA-A58F-8FC7B2809C4A}">
      <dgm:prSet/>
      <dgm:spPr/>
      <dgm:t>
        <a:bodyPr/>
        <a:lstStyle/>
        <a:p>
          <a:endParaRPr lang="en-US"/>
        </a:p>
      </dgm:t>
    </dgm:pt>
    <dgm:pt modelId="{9A08A70F-BF42-4DA7-8D3E-02430E6B0DA0}" type="sibTrans" cxnId="{FBDE9FA7-76C7-4DEA-A58F-8FC7B2809C4A}">
      <dgm:prSet/>
      <dgm:spPr/>
      <dgm:t>
        <a:bodyPr/>
        <a:lstStyle/>
        <a:p>
          <a:endParaRPr lang="en-US"/>
        </a:p>
      </dgm:t>
    </dgm:pt>
    <dgm:pt modelId="{928A7185-93B3-48E0-8042-F571A4B5DC5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Critical Evaluation</a:t>
          </a:r>
          <a:endParaRPr lang="en-US" dirty="0"/>
        </a:p>
      </dgm:t>
    </dgm:pt>
    <dgm:pt modelId="{08456BEC-62A2-4F41-96D9-E012D1AC4F94}" type="parTrans" cxnId="{74C452F8-D34C-4B16-B297-1250B98B40E2}">
      <dgm:prSet/>
      <dgm:spPr/>
      <dgm:t>
        <a:bodyPr/>
        <a:lstStyle/>
        <a:p>
          <a:endParaRPr lang="en-US"/>
        </a:p>
      </dgm:t>
    </dgm:pt>
    <dgm:pt modelId="{CC30D88F-A123-4C4E-BB20-5ABB269A8B1C}" type="sibTrans" cxnId="{74C452F8-D34C-4B16-B297-1250B98B40E2}">
      <dgm:prSet/>
      <dgm:spPr/>
      <dgm:t>
        <a:bodyPr/>
        <a:lstStyle/>
        <a:p>
          <a:endParaRPr lang="en-US"/>
        </a:p>
      </dgm:t>
    </dgm:pt>
    <dgm:pt modelId="{17851B20-01B5-4EBC-A7F7-FCB806E1B7D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Conclusion &amp; Next Steps</a:t>
          </a:r>
          <a:endParaRPr lang="en-US" dirty="0"/>
        </a:p>
      </dgm:t>
    </dgm:pt>
    <dgm:pt modelId="{BDFA6202-828B-4D38-93F7-E2ED27345736}" type="parTrans" cxnId="{14AB73D3-E20B-41B7-8591-3E3A6E27D270}">
      <dgm:prSet/>
      <dgm:spPr/>
      <dgm:t>
        <a:bodyPr/>
        <a:lstStyle/>
        <a:p>
          <a:endParaRPr lang="en-US"/>
        </a:p>
      </dgm:t>
    </dgm:pt>
    <dgm:pt modelId="{4E26CFA0-50E3-46E0-8C05-AF4B4BD9C721}" type="sibTrans" cxnId="{14AB73D3-E20B-41B7-8591-3E3A6E27D270}">
      <dgm:prSet/>
      <dgm:spPr/>
      <dgm:t>
        <a:bodyPr/>
        <a:lstStyle/>
        <a:p>
          <a:endParaRPr lang="en-US"/>
        </a:p>
      </dgm:t>
    </dgm:pt>
    <dgm:pt modelId="{E8E62B8A-938B-4DD2-A327-A4B9BC685968}" type="pres">
      <dgm:prSet presAssocID="{E9633D7F-E5F1-4258-921B-E18EB6880DDE}" presName="root" presStyleCnt="0">
        <dgm:presLayoutVars>
          <dgm:dir/>
          <dgm:resizeHandles val="exact"/>
        </dgm:presLayoutVars>
      </dgm:prSet>
      <dgm:spPr/>
    </dgm:pt>
    <dgm:pt modelId="{CDC5C6AA-E042-4C8A-B2D8-AAE653F14694}" type="pres">
      <dgm:prSet presAssocID="{785D1FE2-DB00-4752-9120-B446D0B53FE7}" presName="compNode" presStyleCnt="0"/>
      <dgm:spPr/>
    </dgm:pt>
    <dgm:pt modelId="{AA16CD6E-0E75-498E-ADC1-9D9BD4247336}" type="pres">
      <dgm:prSet presAssocID="{785D1FE2-DB00-4752-9120-B446D0B53FE7}" presName="bgRect" presStyleLbl="bgShp" presStyleIdx="0" presStyleCnt="5"/>
      <dgm:spPr/>
    </dgm:pt>
    <dgm:pt modelId="{87F81DE0-02CB-47A1-8BD2-59486E35B475}" type="pres">
      <dgm:prSet presAssocID="{785D1FE2-DB00-4752-9120-B446D0B53FE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会议"/>
        </a:ext>
      </dgm:extLst>
    </dgm:pt>
    <dgm:pt modelId="{901866A3-2CB6-41C7-AC46-403D480BE769}" type="pres">
      <dgm:prSet presAssocID="{785D1FE2-DB00-4752-9120-B446D0B53FE7}" presName="spaceRect" presStyleCnt="0"/>
      <dgm:spPr/>
    </dgm:pt>
    <dgm:pt modelId="{AA7CC75C-B0BD-48F8-8E0C-18A8AFB5A1E0}" type="pres">
      <dgm:prSet presAssocID="{785D1FE2-DB00-4752-9120-B446D0B53FE7}" presName="parTx" presStyleLbl="revTx" presStyleIdx="0" presStyleCnt="5">
        <dgm:presLayoutVars>
          <dgm:chMax val="0"/>
          <dgm:chPref val="0"/>
        </dgm:presLayoutVars>
      </dgm:prSet>
      <dgm:spPr/>
    </dgm:pt>
    <dgm:pt modelId="{034ABF0E-11B7-4EF7-8FCB-A5D344780076}" type="pres">
      <dgm:prSet presAssocID="{523CD11B-DE85-4528-8A2D-06939F3B5CD3}" presName="sibTrans" presStyleCnt="0"/>
      <dgm:spPr/>
    </dgm:pt>
    <dgm:pt modelId="{B7E7F85F-E11A-44B9-A08A-245A5725B432}" type="pres">
      <dgm:prSet presAssocID="{5008628D-935C-467C-8997-9BD27F97838B}" presName="compNode" presStyleCnt="0"/>
      <dgm:spPr/>
    </dgm:pt>
    <dgm:pt modelId="{C74E4F01-4693-4F7C-B311-441D94A5955B}" type="pres">
      <dgm:prSet presAssocID="{5008628D-935C-467C-8997-9BD27F97838B}" presName="bgRect" presStyleLbl="bgShp" presStyleIdx="1" presStyleCnt="5" custLinFactNeighborX="0" custLinFactNeighborY="9968"/>
      <dgm:spPr/>
    </dgm:pt>
    <dgm:pt modelId="{5BC85F8A-4C6A-4CCB-9300-C14BC86077F0}" type="pres">
      <dgm:prSet presAssocID="{5008628D-935C-467C-8997-9BD27F97838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复选标记"/>
        </a:ext>
      </dgm:extLst>
    </dgm:pt>
    <dgm:pt modelId="{597E1067-CF9D-4F12-84A4-B2805DCF7968}" type="pres">
      <dgm:prSet presAssocID="{5008628D-935C-467C-8997-9BD27F97838B}" presName="spaceRect" presStyleCnt="0"/>
      <dgm:spPr/>
    </dgm:pt>
    <dgm:pt modelId="{232BADAF-3A39-4F59-B3FF-9B3E5EF294F6}" type="pres">
      <dgm:prSet presAssocID="{5008628D-935C-467C-8997-9BD27F97838B}" presName="parTx" presStyleLbl="revTx" presStyleIdx="1" presStyleCnt="5">
        <dgm:presLayoutVars>
          <dgm:chMax val="0"/>
          <dgm:chPref val="0"/>
        </dgm:presLayoutVars>
      </dgm:prSet>
      <dgm:spPr/>
    </dgm:pt>
    <dgm:pt modelId="{ABA3D374-B9FC-42DF-852D-8ADEF19EFDD1}" type="pres">
      <dgm:prSet presAssocID="{CA80BDB7-3FCA-4A18-9FCD-103B2C9745F5}" presName="sibTrans" presStyleCnt="0"/>
      <dgm:spPr/>
    </dgm:pt>
    <dgm:pt modelId="{A10507F7-64D7-4C61-9FBD-D832CA711A94}" type="pres">
      <dgm:prSet presAssocID="{AAB014EB-170F-47C1-BD79-D82835E5E3BC}" presName="compNode" presStyleCnt="0"/>
      <dgm:spPr/>
    </dgm:pt>
    <dgm:pt modelId="{E72E9DB2-EBA1-43E6-A74D-46C3B5A9CB77}" type="pres">
      <dgm:prSet presAssocID="{AAB014EB-170F-47C1-BD79-D82835E5E3BC}" presName="bgRect" presStyleLbl="bgShp" presStyleIdx="2" presStyleCnt="5"/>
      <dgm:spPr/>
    </dgm:pt>
    <dgm:pt modelId="{9B0D73A3-47D4-47C4-BF1E-BDDC3E4602C1}" type="pres">
      <dgm:prSet presAssocID="{AAB014EB-170F-47C1-BD79-D82835E5E3B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齿轮"/>
        </a:ext>
      </dgm:extLst>
    </dgm:pt>
    <dgm:pt modelId="{AA509961-7580-4013-9012-57BD30DCB6CE}" type="pres">
      <dgm:prSet presAssocID="{AAB014EB-170F-47C1-BD79-D82835E5E3BC}" presName="spaceRect" presStyleCnt="0"/>
      <dgm:spPr/>
    </dgm:pt>
    <dgm:pt modelId="{5B29086F-83EE-4C43-820A-6A29D2CD7BD6}" type="pres">
      <dgm:prSet presAssocID="{AAB014EB-170F-47C1-BD79-D82835E5E3BC}" presName="parTx" presStyleLbl="revTx" presStyleIdx="2" presStyleCnt="5">
        <dgm:presLayoutVars>
          <dgm:chMax val="0"/>
          <dgm:chPref val="0"/>
        </dgm:presLayoutVars>
      </dgm:prSet>
      <dgm:spPr/>
    </dgm:pt>
    <dgm:pt modelId="{A6D484D8-0ED5-4559-AE3C-E43EC91DED8F}" type="pres">
      <dgm:prSet presAssocID="{9A08A70F-BF42-4DA7-8D3E-02430E6B0DA0}" presName="sibTrans" presStyleCnt="0"/>
      <dgm:spPr/>
    </dgm:pt>
    <dgm:pt modelId="{99BDD370-0B9B-44D2-BEE8-02BD27630600}" type="pres">
      <dgm:prSet presAssocID="{928A7185-93B3-48E0-8042-F571A4B5DC5E}" presName="compNode" presStyleCnt="0"/>
      <dgm:spPr/>
    </dgm:pt>
    <dgm:pt modelId="{F1EC2FDE-8CFB-4741-BCA8-8032A5D52783}" type="pres">
      <dgm:prSet presAssocID="{928A7185-93B3-48E0-8042-F571A4B5DC5E}" presName="bgRect" presStyleLbl="bgShp" presStyleIdx="3" presStyleCnt="5"/>
      <dgm:spPr/>
    </dgm:pt>
    <dgm:pt modelId="{E6A2A09B-7390-4081-B4CB-C4E45DCEB7FC}" type="pres">
      <dgm:prSet presAssocID="{928A7185-93B3-48E0-8042-F571A4B5DC5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清单"/>
        </a:ext>
      </dgm:extLst>
    </dgm:pt>
    <dgm:pt modelId="{DB657E64-6C7E-41F8-8FCC-D9DCD1885B3E}" type="pres">
      <dgm:prSet presAssocID="{928A7185-93B3-48E0-8042-F571A4B5DC5E}" presName="spaceRect" presStyleCnt="0"/>
      <dgm:spPr/>
    </dgm:pt>
    <dgm:pt modelId="{ABC15179-BD43-4653-84C0-701148E25EB7}" type="pres">
      <dgm:prSet presAssocID="{928A7185-93B3-48E0-8042-F571A4B5DC5E}" presName="parTx" presStyleLbl="revTx" presStyleIdx="3" presStyleCnt="5">
        <dgm:presLayoutVars>
          <dgm:chMax val="0"/>
          <dgm:chPref val="0"/>
        </dgm:presLayoutVars>
      </dgm:prSet>
      <dgm:spPr/>
    </dgm:pt>
    <dgm:pt modelId="{CCCECD7A-8C66-4E26-80D0-9893C73AA10D}" type="pres">
      <dgm:prSet presAssocID="{CC30D88F-A123-4C4E-BB20-5ABB269A8B1C}" presName="sibTrans" presStyleCnt="0"/>
      <dgm:spPr/>
    </dgm:pt>
    <dgm:pt modelId="{1BA34C11-F177-48CD-8E33-1F1735D51D90}" type="pres">
      <dgm:prSet presAssocID="{17851B20-01B5-4EBC-A7F7-FCB806E1B7DE}" presName="compNode" presStyleCnt="0"/>
      <dgm:spPr/>
    </dgm:pt>
    <dgm:pt modelId="{AD36E5E6-60C2-4148-8C78-866D968D7A7E}" type="pres">
      <dgm:prSet presAssocID="{17851B20-01B5-4EBC-A7F7-FCB806E1B7DE}" presName="bgRect" presStyleLbl="bgShp" presStyleIdx="4" presStyleCnt="5"/>
      <dgm:spPr/>
    </dgm:pt>
    <dgm:pt modelId="{8FFC2497-4523-483A-8589-1BB7C80D7752}" type="pres">
      <dgm:prSet presAssocID="{17851B20-01B5-4EBC-A7F7-FCB806E1B7D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鞋印"/>
        </a:ext>
      </dgm:extLst>
    </dgm:pt>
    <dgm:pt modelId="{03DB32E3-E682-494E-89C8-C837CDA2BE14}" type="pres">
      <dgm:prSet presAssocID="{17851B20-01B5-4EBC-A7F7-FCB806E1B7DE}" presName="spaceRect" presStyleCnt="0"/>
      <dgm:spPr/>
    </dgm:pt>
    <dgm:pt modelId="{FE07240B-1008-4D8A-AFC3-BB02DCC9A149}" type="pres">
      <dgm:prSet presAssocID="{17851B20-01B5-4EBC-A7F7-FCB806E1B7D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BB44724-E08F-4C71-B761-B91BCB482C7D}" type="presOf" srcId="{17851B20-01B5-4EBC-A7F7-FCB806E1B7DE}" destId="{FE07240B-1008-4D8A-AFC3-BB02DCC9A149}" srcOrd="0" destOrd="0" presId="urn:microsoft.com/office/officeart/2018/2/layout/IconVerticalSolidList"/>
    <dgm:cxn modelId="{19559547-93B0-49C1-83E1-2C3B8E4B8AFD}" type="presOf" srcId="{5008628D-935C-467C-8997-9BD27F97838B}" destId="{232BADAF-3A39-4F59-B3FF-9B3E5EF294F6}" srcOrd="0" destOrd="0" presId="urn:microsoft.com/office/officeart/2018/2/layout/IconVerticalSolidList"/>
    <dgm:cxn modelId="{C07E6C7D-CCE4-4AB3-A6A1-C1F5913AF7E9}" type="presOf" srcId="{E9633D7F-E5F1-4258-921B-E18EB6880DDE}" destId="{E8E62B8A-938B-4DD2-A327-A4B9BC685968}" srcOrd="0" destOrd="0" presId="urn:microsoft.com/office/officeart/2018/2/layout/IconVerticalSolidList"/>
    <dgm:cxn modelId="{FBDE9FA7-76C7-4DEA-A58F-8FC7B2809C4A}" srcId="{E9633D7F-E5F1-4258-921B-E18EB6880DDE}" destId="{AAB014EB-170F-47C1-BD79-D82835E5E3BC}" srcOrd="2" destOrd="0" parTransId="{49D06C4C-C4A0-4477-B8FE-AB7DBD483467}" sibTransId="{9A08A70F-BF42-4DA7-8D3E-02430E6B0DA0}"/>
    <dgm:cxn modelId="{130956A8-41A2-4BA6-B9C3-03334873E5F6}" srcId="{E9633D7F-E5F1-4258-921B-E18EB6880DDE}" destId="{785D1FE2-DB00-4752-9120-B446D0B53FE7}" srcOrd="0" destOrd="0" parTransId="{639EDE40-E7AC-4397-8670-7A6B071647E0}" sibTransId="{523CD11B-DE85-4528-8A2D-06939F3B5CD3}"/>
    <dgm:cxn modelId="{4AD5A6AE-132A-4C9B-BF64-0810CCFE0659}" type="presOf" srcId="{AAB014EB-170F-47C1-BD79-D82835E5E3BC}" destId="{5B29086F-83EE-4C43-820A-6A29D2CD7BD6}" srcOrd="0" destOrd="0" presId="urn:microsoft.com/office/officeart/2018/2/layout/IconVerticalSolidList"/>
    <dgm:cxn modelId="{2DE997BF-A6BA-4EDE-9F24-25A497CAB072}" srcId="{E9633D7F-E5F1-4258-921B-E18EB6880DDE}" destId="{5008628D-935C-467C-8997-9BD27F97838B}" srcOrd="1" destOrd="0" parTransId="{BEDB3242-1B22-4D8F-881B-3BBC0D0733CA}" sibTransId="{CA80BDB7-3FCA-4A18-9FCD-103B2C9745F5}"/>
    <dgm:cxn modelId="{14AB73D3-E20B-41B7-8591-3E3A6E27D270}" srcId="{E9633D7F-E5F1-4258-921B-E18EB6880DDE}" destId="{17851B20-01B5-4EBC-A7F7-FCB806E1B7DE}" srcOrd="4" destOrd="0" parTransId="{BDFA6202-828B-4D38-93F7-E2ED27345736}" sibTransId="{4E26CFA0-50E3-46E0-8C05-AF4B4BD9C721}"/>
    <dgm:cxn modelId="{E185A2E3-147E-4DC6-8269-CA2F6D7AA01F}" type="presOf" srcId="{785D1FE2-DB00-4752-9120-B446D0B53FE7}" destId="{AA7CC75C-B0BD-48F8-8E0C-18A8AFB5A1E0}" srcOrd="0" destOrd="0" presId="urn:microsoft.com/office/officeart/2018/2/layout/IconVerticalSolidList"/>
    <dgm:cxn modelId="{233D26E4-E889-4C72-AEEA-59C36DDE583D}" type="presOf" srcId="{928A7185-93B3-48E0-8042-F571A4B5DC5E}" destId="{ABC15179-BD43-4653-84C0-701148E25EB7}" srcOrd="0" destOrd="0" presId="urn:microsoft.com/office/officeart/2018/2/layout/IconVerticalSolidList"/>
    <dgm:cxn modelId="{74C452F8-D34C-4B16-B297-1250B98B40E2}" srcId="{E9633D7F-E5F1-4258-921B-E18EB6880DDE}" destId="{928A7185-93B3-48E0-8042-F571A4B5DC5E}" srcOrd="3" destOrd="0" parTransId="{08456BEC-62A2-4F41-96D9-E012D1AC4F94}" sibTransId="{CC30D88F-A123-4C4E-BB20-5ABB269A8B1C}"/>
    <dgm:cxn modelId="{0A150011-0D69-4F6A-B15D-A87A514DA43F}" type="presParOf" srcId="{E8E62B8A-938B-4DD2-A327-A4B9BC685968}" destId="{CDC5C6AA-E042-4C8A-B2D8-AAE653F14694}" srcOrd="0" destOrd="0" presId="urn:microsoft.com/office/officeart/2018/2/layout/IconVerticalSolidList"/>
    <dgm:cxn modelId="{223C7A47-DB2C-4047-BB39-3875976DCBE9}" type="presParOf" srcId="{CDC5C6AA-E042-4C8A-B2D8-AAE653F14694}" destId="{AA16CD6E-0E75-498E-ADC1-9D9BD4247336}" srcOrd="0" destOrd="0" presId="urn:microsoft.com/office/officeart/2018/2/layout/IconVerticalSolidList"/>
    <dgm:cxn modelId="{8BD2594A-9C09-4865-98AC-1A1F67A798CF}" type="presParOf" srcId="{CDC5C6AA-E042-4C8A-B2D8-AAE653F14694}" destId="{87F81DE0-02CB-47A1-8BD2-59486E35B475}" srcOrd="1" destOrd="0" presId="urn:microsoft.com/office/officeart/2018/2/layout/IconVerticalSolidList"/>
    <dgm:cxn modelId="{732273A2-63CE-4E5B-963E-5CF9D080165B}" type="presParOf" srcId="{CDC5C6AA-E042-4C8A-B2D8-AAE653F14694}" destId="{901866A3-2CB6-41C7-AC46-403D480BE769}" srcOrd="2" destOrd="0" presId="urn:microsoft.com/office/officeart/2018/2/layout/IconVerticalSolidList"/>
    <dgm:cxn modelId="{5587791C-FEB3-4277-B050-CA3C0C994960}" type="presParOf" srcId="{CDC5C6AA-E042-4C8A-B2D8-AAE653F14694}" destId="{AA7CC75C-B0BD-48F8-8E0C-18A8AFB5A1E0}" srcOrd="3" destOrd="0" presId="urn:microsoft.com/office/officeart/2018/2/layout/IconVerticalSolidList"/>
    <dgm:cxn modelId="{E638C103-CE7D-4E78-8AF4-C011F829E6BC}" type="presParOf" srcId="{E8E62B8A-938B-4DD2-A327-A4B9BC685968}" destId="{034ABF0E-11B7-4EF7-8FCB-A5D344780076}" srcOrd="1" destOrd="0" presId="urn:microsoft.com/office/officeart/2018/2/layout/IconVerticalSolidList"/>
    <dgm:cxn modelId="{795C3CC6-0F78-47B2-BCD1-DE51CE049302}" type="presParOf" srcId="{E8E62B8A-938B-4DD2-A327-A4B9BC685968}" destId="{B7E7F85F-E11A-44B9-A08A-245A5725B432}" srcOrd="2" destOrd="0" presId="urn:microsoft.com/office/officeart/2018/2/layout/IconVerticalSolidList"/>
    <dgm:cxn modelId="{BE9DAB6B-95BD-4CF2-9965-FBA1C89220D0}" type="presParOf" srcId="{B7E7F85F-E11A-44B9-A08A-245A5725B432}" destId="{C74E4F01-4693-4F7C-B311-441D94A5955B}" srcOrd="0" destOrd="0" presId="urn:microsoft.com/office/officeart/2018/2/layout/IconVerticalSolidList"/>
    <dgm:cxn modelId="{4A677AAB-795E-4908-971F-AA0DFD6171E1}" type="presParOf" srcId="{B7E7F85F-E11A-44B9-A08A-245A5725B432}" destId="{5BC85F8A-4C6A-4CCB-9300-C14BC86077F0}" srcOrd="1" destOrd="0" presId="urn:microsoft.com/office/officeart/2018/2/layout/IconVerticalSolidList"/>
    <dgm:cxn modelId="{34CBA0D3-B6CA-4551-A239-0577CF2CE375}" type="presParOf" srcId="{B7E7F85F-E11A-44B9-A08A-245A5725B432}" destId="{597E1067-CF9D-4F12-84A4-B2805DCF7968}" srcOrd="2" destOrd="0" presId="urn:microsoft.com/office/officeart/2018/2/layout/IconVerticalSolidList"/>
    <dgm:cxn modelId="{42E27B09-CB1E-4FD4-8A5B-C5535165773C}" type="presParOf" srcId="{B7E7F85F-E11A-44B9-A08A-245A5725B432}" destId="{232BADAF-3A39-4F59-B3FF-9B3E5EF294F6}" srcOrd="3" destOrd="0" presId="urn:microsoft.com/office/officeart/2018/2/layout/IconVerticalSolidList"/>
    <dgm:cxn modelId="{F8B3EDFB-DAA4-4C34-A039-1F1437B7DD68}" type="presParOf" srcId="{E8E62B8A-938B-4DD2-A327-A4B9BC685968}" destId="{ABA3D374-B9FC-42DF-852D-8ADEF19EFDD1}" srcOrd="3" destOrd="0" presId="urn:microsoft.com/office/officeart/2018/2/layout/IconVerticalSolidList"/>
    <dgm:cxn modelId="{54B1D018-B2AD-4502-82EB-E4C8E13DD758}" type="presParOf" srcId="{E8E62B8A-938B-4DD2-A327-A4B9BC685968}" destId="{A10507F7-64D7-4C61-9FBD-D832CA711A94}" srcOrd="4" destOrd="0" presId="urn:microsoft.com/office/officeart/2018/2/layout/IconVerticalSolidList"/>
    <dgm:cxn modelId="{88702EC1-852C-4EA5-AEAB-48102B050EB5}" type="presParOf" srcId="{A10507F7-64D7-4C61-9FBD-D832CA711A94}" destId="{E72E9DB2-EBA1-43E6-A74D-46C3B5A9CB77}" srcOrd="0" destOrd="0" presId="urn:microsoft.com/office/officeart/2018/2/layout/IconVerticalSolidList"/>
    <dgm:cxn modelId="{71A764F9-8CF8-4A36-A649-8238D9311B7B}" type="presParOf" srcId="{A10507F7-64D7-4C61-9FBD-D832CA711A94}" destId="{9B0D73A3-47D4-47C4-BF1E-BDDC3E4602C1}" srcOrd="1" destOrd="0" presId="urn:microsoft.com/office/officeart/2018/2/layout/IconVerticalSolidList"/>
    <dgm:cxn modelId="{43101480-D012-453F-990A-790840D80FB6}" type="presParOf" srcId="{A10507F7-64D7-4C61-9FBD-D832CA711A94}" destId="{AA509961-7580-4013-9012-57BD30DCB6CE}" srcOrd="2" destOrd="0" presId="urn:microsoft.com/office/officeart/2018/2/layout/IconVerticalSolidList"/>
    <dgm:cxn modelId="{DA30EABB-1BCF-4B35-81F7-126495402764}" type="presParOf" srcId="{A10507F7-64D7-4C61-9FBD-D832CA711A94}" destId="{5B29086F-83EE-4C43-820A-6A29D2CD7BD6}" srcOrd="3" destOrd="0" presId="urn:microsoft.com/office/officeart/2018/2/layout/IconVerticalSolidList"/>
    <dgm:cxn modelId="{1B001833-23F2-4928-A11E-4BE44B7D933F}" type="presParOf" srcId="{E8E62B8A-938B-4DD2-A327-A4B9BC685968}" destId="{A6D484D8-0ED5-4559-AE3C-E43EC91DED8F}" srcOrd="5" destOrd="0" presId="urn:microsoft.com/office/officeart/2018/2/layout/IconVerticalSolidList"/>
    <dgm:cxn modelId="{D7429B52-9390-46EB-A86D-30C5551291B2}" type="presParOf" srcId="{E8E62B8A-938B-4DD2-A327-A4B9BC685968}" destId="{99BDD370-0B9B-44D2-BEE8-02BD27630600}" srcOrd="6" destOrd="0" presId="urn:microsoft.com/office/officeart/2018/2/layout/IconVerticalSolidList"/>
    <dgm:cxn modelId="{B9031C62-FACB-4195-8B94-B88AA28431A0}" type="presParOf" srcId="{99BDD370-0B9B-44D2-BEE8-02BD27630600}" destId="{F1EC2FDE-8CFB-4741-BCA8-8032A5D52783}" srcOrd="0" destOrd="0" presId="urn:microsoft.com/office/officeart/2018/2/layout/IconVerticalSolidList"/>
    <dgm:cxn modelId="{9B31132D-3E34-4267-9043-5EA7B6FB0546}" type="presParOf" srcId="{99BDD370-0B9B-44D2-BEE8-02BD27630600}" destId="{E6A2A09B-7390-4081-B4CB-C4E45DCEB7FC}" srcOrd="1" destOrd="0" presId="urn:microsoft.com/office/officeart/2018/2/layout/IconVerticalSolidList"/>
    <dgm:cxn modelId="{702D67E6-E65D-4B76-95DA-3AE97B81DB90}" type="presParOf" srcId="{99BDD370-0B9B-44D2-BEE8-02BD27630600}" destId="{DB657E64-6C7E-41F8-8FCC-D9DCD1885B3E}" srcOrd="2" destOrd="0" presId="urn:microsoft.com/office/officeart/2018/2/layout/IconVerticalSolidList"/>
    <dgm:cxn modelId="{910B172A-75CC-4BC7-B665-9E74D1245E41}" type="presParOf" srcId="{99BDD370-0B9B-44D2-BEE8-02BD27630600}" destId="{ABC15179-BD43-4653-84C0-701148E25EB7}" srcOrd="3" destOrd="0" presId="urn:microsoft.com/office/officeart/2018/2/layout/IconVerticalSolidList"/>
    <dgm:cxn modelId="{E73A6F34-F501-42EF-A845-39E0783BB3A0}" type="presParOf" srcId="{E8E62B8A-938B-4DD2-A327-A4B9BC685968}" destId="{CCCECD7A-8C66-4E26-80D0-9893C73AA10D}" srcOrd="7" destOrd="0" presId="urn:microsoft.com/office/officeart/2018/2/layout/IconVerticalSolidList"/>
    <dgm:cxn modelId="{22AC8DFF-824A-4930-B6BF-593A99D2FBD9}" type="presParOf" srcId="{E8E62B8A-938B-4DD2-A327-A4B9BC685968}" destId="{1BA34C11-F177-48CD-8E33-1F1735D51D90}" srcOrd="8" destOrd="0" presId="urn:microsoft.com/office/officeart/2018/2/layout/IconVerticalSolidList"/>
    <dgm:cxn modelId="{47AE66BE-5047-4053-A60C-7EDE5DAF6033}" type="presParOf" srcId="{1BA34C11-F177-48CD-8E33-1F1735D51D90}" destId="{AD36E5E6-60C2-4148-8C78-866D968D7A7E}" srcOrd="0" destOrd="0" presId="urn:microsoft.com/office/officeart/2018/2/layout/IconVerticalSolidList"/>
    <dgm:cxn modelId="{2342FD27-4FC0-4340-9128-C15B9035607E}" type="presParOf" srcId="{1BA34C11-F177-48CD-8E33-1F1735D51D90}" destId="{8FFC2497-4523-483A-8589-1BB7C80D7752}" srcOrd="1" destOrd="0" presId="urn:microsoft.com/office/officeart/2018/2/layout/IconVerticalSolidList"/>
    <dgm:cxn modelId="{FB799FFB-1CDB-41BE-8E58-26B7F7D8A0E0}" type="presParOf" srcId="{1BA34C11-F177-48CD-8E33-1F1735D51D90}" destId="{03DB32E3-E682-494E-89C8-C837CDA2BE14}" srcOrd="2" destOrd="0" presId="urn:microsoft.com/office/officeart/2018/2/layout/IconVerticalSolidList"/>
    <dgm:cxn modelId="{56E51B75-D68A-4CD4-898E-80BB55923175}" type="presParOf" srcId="{1BA34C11-F177-48CD-8E33-1F1735D51D90}" destId="{FE07240B-1008-4D8A-AFC3-BB02DCC9A1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6CD6E-0E75-498E-ADC1-9D9BD4247336}">
      <dsp:nvSpPr>
        <dsp:cNvPr id="0" name=""/>
        <dsp:cNvSpPr/>
      </dsp:nvSpPr>
      <dsp:spPr>
        <a:xfrm>
          <a:off x="0" y="3588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81DE0-02CB-47A1-8BD2-59486E35B475}">
      <dsp:nvSpPr>
        <dsp:cNvPr id="0" name=""/>
        <dsp:cNvSpPr/>
      </dsp:nvSpPr>
      <dsp:spPr>
        <a:xfrm>
          <a:off x="231243" y="175588"/>
          <a:ext cx="420442" cy="4204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CC75C-B0BD-48F8-8E0C-18A8AFB5A1E0}">
      <dsp:nvSpPr>
        <dsp:cNvPr id="0" name=""/>
        <dsp:cNvSpPr/>
      </dsp:nvSpPr>
      <dsp:spPr>
        <a:xfrm>
          <a:off x="882930" y="3588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Project review</a:t>
          </a:r>
          <a:endParaRPr lang="en-US" sz="1900" kern="1200" dirty="0"/>
        </a:p>
      </dsp:txBody>
      <dsp:txXfrm>
        <a:off x="882930" y="3588"/>
        <a:ext cx="9770648" cy="764441"/>
      </dsp:txXfrm>
    </dsp:sp>
    <dsp:sp modelId="{C74E4F01-4693-4F7C-B311-441D94A5955B}">
      <dsp:nvSpPr>
        <dsp:cNvPr id="0" name=""/>
        <dsp:cNvSpPr/>
      </dsp:nvSpPr>
      <dsp:spPr>
        <a:xfrm>
          <a:off x="0" y="1035340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85F8A-4C6A-4CCB-9300-C14BC86077F0}">
      <dsp:nvSpPr>
        <dsp:cNvPr id="0" name=""/>
        <dsp:cNvSpPr/>
      </dsp:nvSpPr>
      <dsp:spPr>
        <a:xfrm>
          <a:off x="231243" y="1131140"/>
          <a:ext cx="420442" cy="4204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BADAF-3A39-4F59-B3FF-9B3E5EF294F6}">
      <dsp:nvSpPr>
        <dsp:cNvPr id="0" name=""/>
        <dsp:cNvSpPr/>
      </dsp:nvSpPr>
      <dsp:spPr>
        <a:xfrm>
          <a:off x="882930" y="959141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Progress update &amp; demonstration</a:t>
          </a:r>
          <a:endParaRPr lang="en-US" sz="1900" kern="1200" dirty="0"/>
        </a:p>
      </dsp:txBody>
      <dsp:txXfrm>
        <a:off x="882930" y="959141"/>
        <a:ext cx="9770648" cy="764441"/>
      </dsp:txXfrm>
    </dsp:sp>
    <dsp:sp modelId="{E72E9DB2-EBA1-43E6-A74D-46C3B5A9CB77}">
      <dsp:nvSpPr>
        <dsp:cNvPr id="0" name=""/>
        <dsp:cNvSpPr/>
      </dsp:nvSpPr>
      <dsp:spPr>
        <a:xfrm>
          <a:off x="0" y="1914693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0D73A3-47D4-47C4-BF1E-BDDC3E4602C1}">
      <dsp:nvSpPr>
        <dsp:cNvPr id="0" name=""/>
        <dsp:cNvSpPr/>
      </dsp:nvSpPr>
      <dsp:spPr>
        <a:xfrm>
          <a:off x="231243" y="2086692"/>
          <a:ext cx="420442" cy="4204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29086F-83EE-4C43-820A-6A29D2CD7BD6}">
      <dsp:nvSpPr>
        <dsp:cNvPr id="0" name=""/>
        <dsp:cNvSpPr/>
      </dsp:nvSpPr>
      <dsp:spPr>
        <a:xfrm>
          <a:off x="882930" y="1914693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Methodology &amp; Implementation</a:t>
          </a:r>
          <a:endParaRPr lang="en-US" sz="1900" kern="1200" dirty="0"/>
        </a:p>
      </dsp:txBody>
      <dsp:txXfrm>
        <a:off x="882930" y="1914693"/>
        <a:ext cx="9770648" cy="764441"/>
      </dsp:txXfrm>
    </dsp:sp>
    <dsp:sp modelId="{F1EC2FDE-8CFB-4741-BCA8-8032A5D52783}">
      <dsp:nvSpPr>
        <dsp:cNvPr id="0" name=""/>
        <dsp:cNvSpPr/>
      </dsp:nvSpPr>
      <dsp:spPr>
        <a:xfrm>
          <a:off x="0" y="2870245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A2A09B-7390-4081-B4CB-C4E45DCEB7FC}">
      <dsp:nvSpPr>
        <dsp:cNvPr id="0" name=""/>
        <dsp:cNvSpPr/>
      </dsp:nvSpPr>
      <dsp:spPr>
        <a:xfrm>
          <a:off x="231243" y="3042244"/>
          <a:ext cx="420442" cy="4204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15179-BD43-4653-84C0-701148E25EB7}">
      <dsp:nvSpPr>
        <dsp:cNvPr id="0" name=""/>
        <dsp:cNvSpPr/>
      </dsp:nvSpPr>
      <dsp:spPr>
        <a:xfrm>
          <a:off x="882930" y="2870245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Critical Evaluation</a:t>
          </a:r>
          <a:endParaRPr lang="en-US" sz="1900" kern="1200" dirty="0"/>
        </a:p>
      </dsp:txBody>
      <dsp:txXfrm>
        <a:off x="882930" y="2870245"/>
        <a:ext cx="9770648" cy="764441"/>
      </dsp:txXfrm>
    </dsp:sp>
    <dsp:sp modelId="{AD36E5E6-60C2-4148-8C78-866D968D7A7E}">
      <dsp:nvSpPr>
        <dsp:cNvPr id="0" name=""/>
        <dsp:cNvSpPr/>
      </dsp:nvSpPr>
      <dsp:spPr>
        <a:xfrm>
          <a:off x="0" y="3825797"/>
          <a:ext cx="10653579" cy="76444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C2497-4523-483A-8589-1BB7C80D7752}">
      <dsp:nvSpPr>
        <dsp:cNvPr id="0" name=""/>
        <dsp:cNvSpPr/>
      </dsp:nvSpPr>
      <dsp:spPr>
        <a:xfrm>
          <a:off x="231243" y="3997796"/>
          <a:ext cx="420442" cy="42044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7240B-1008-4D8A-AFC3-BB02DCC9A149}">
      <dsp:nvSpPr>
        <dsp:cNvPr id="0" name=""/>
        <dsp:cNvSpPr/>
      </dsp:nvSpPr>
      <dsp:spPr>
        <a:xfrm>
          <a:off x="882930" y="3825797"/>
          <a:ext cx="9770648" cy="764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903" tIns="80903" rIns="80903" bIns="8090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dirty="0"/>
            <a:t>Conclusion &amp; Next Steps</a:t>
          </a:r>
          <a:endParaRPr lang="en-US" sz="1900" kern="1200" dirty="0"/>
        </a:p>
      </dsp:txBody>
      <dsp:txXfrm>
        <a:off x="882930" y="3825797"/>
        <a:ext cx="9770648" cy="764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9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3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8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2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3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7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6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5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5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2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url-shorterner-9-3-1.onrender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F37884-FC0F-919E-A865-21F1D6ED1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92" y="603504"/>
            <a:ext cx="6420934" cy="24765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URL Shorterner</a:t>
            </a:r>
            <a:br>
              <a:rPr lang="en-US" altLang="zh-CN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CN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Midterm 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68A5C-F3F5-5F80-9F42-CD10A68CA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30" r="30090" b="2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4FA98678-B744-0F50-1E40-9F16D80E3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8770" y="4390073"/>
            <a:ext cx="5916169" cy="1864423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altLang="zh-CN" dirty="0"/>
              <a:t>Supervisor: Prof. Lawrence Kwan YEUNG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algn="l"/>
            <a:r>
              <a:rPr lang="en-US" altLang="zh-CN" dirty="0"/>
              <a:t>TAN </a:t>
            </a:r>
            <a:r>
              <a:rPr lang="en-US" altLang="zh-CN" dirty="0" err="1"/>
              <a:t>Xingzhi</a:t>
            </a:r>
            <a:r>
              <a:rPr lang="en-US" altLang="zh-CN" dirty="0"/>
              <a:t> 3036532736</a:t>
            </a:r>
          </a:p>
          <a:p>
            <a:pPr algn="r"/>
            <a:r>
              <a:rPr lang="en-US" altLang="zh-CN" dirty="0"/>
              <a:t>24.4.2026</a:t>
            </a:r>
          </a:p>
        </p:txBody>
      </p:sp>
    </p:spTree>
    <p:extLst>
      <p:ext uri="{BB962C8B-B14F-4D97-AF65-F5344CB8AC3E}">
        <p14:creationId xmlns:p14="http://schemas.microsoft.com/office/powerpoint/2010/main" val="364330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F4516-365B-8072-2E9B-37847DC7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zh-CN" altLang="en-US" dirty="0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2C952AA-8931-EEA8-544C-E44EF42DE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032781"/>
              </p:ext>
            </p:extLst>
          </p:nvPr>
        </p:nvGraphicFramePr>
        <p:xfrm>
          <a:off x="612647" y="1492947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439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0FF33-B422-3679-D9B9-B6D835B9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review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4B1CF-9197-7107-C832-EE92FBE5E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Pain Points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2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URLs are difficult to remember and share (character limits in SMS/Social Media).</a:t>
            </a:r>
          </a:p>
          <a:p>
            <a:pPr lvl="1">
              <a:lnSpc>
                <a:spcPct val="2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lightweight analytics tools tailored for data collection and analyst.</a:t>
            </a:r>
          </a:p>
          <a:p>
            <a:pPr lvl="1">
              <a:lnSpc>
                <a:spcPct val="2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short-link services pose privacy risks and link rot.</a:t>
            </a:r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534B07-809B-0798-ACE0-22E87EC56DA1}"/>
              </a:ext>
            </a:extLst>
          </p:cNvPr>
          <p:cNvSpPr/>
          <p:nvPr/>
        </p:nvSpPr>
        <p:spPr>
          <a:xfrm>
            <a:off x="2994129" y="2030329"/>
            <a:ext cx="5890614" cy="2797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https://www.msn.com/zh-hk/news/world/%E5%B7%9D%E6%99%AE%E7%84%A1%E9%99%90%E6%9C%9F%E5%BB%B6%E9%95%B7%E5%81%9C%E7%81%AB-%E7%A8%B1%E9%A0%88%E7%B5%A6%E4%BC%8A%E6%9C%97%E6%99%82%E9%96%93%E5%95%86%E8%AD%B0%E6%96%B9%E6%A1%88/ar-AA21qMAZ?ocid=winp2fp&amp;cvid=69e8535555d04a87b3703a6cba78662d&amp;ei=7</a:t>
            </a:r>
          </a:p>
          <a:p>
            <a:pPr algn="ctr"/>
            <a:endParaRPr lang="en-US" altLang="zh-CN" sz="1200" dirty="0"/>
          </a:p>
          <a:p>
            <a:pPr algn="ctr"/>
            <a:r>
              <a:rPr lang="en-US" altLang="zh-CN" sz="1200" dirty="0"/>
              <a:t>Or</a:t>
            </a:r>
          </a:p>
          <a:p>
            <a:pPr algn="ctr"/>
            <a:endParaRPr lang="en-US" altLang="zh-CN" sz="1200" dirty="0"/>
          </a:p>
          <a:p>
            <a:pPr algn="ctr"/>
            <a:r>
              <a:rPr lang="en-US" altLang="zh-CN" sz="1200" dirty="0"/>
              <a:t>https://url-shorterner-9-3-1.onrender.com/mkfb3o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8233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8A84F-7B8E-82D4-11BE-4523B430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Research review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7C731-69ED-189E-F941-38E5E3DA2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360601"/>
            <a:ext cx="10653579" cy="459382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Questions:</a:t>
            </a:r>
          </a:p>
          <a:p>
            <a:pPr lvl="1">
              <a:lnSpc>
                <a:spcPct val="2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design a lightweight and efficient redirection engine?</a:t>
            </a:r>
          </a:p>
          <a:p>
            <a:pPr lvl="1">
              <a:lnSpc>
                <a:spcPct val="2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balance custom short-code flexibility with system security?</a:t>
            </a:r>
          </a:p>
          <a:p>
            <a:pPr lvl="1">
              <a:lnSpc>
                <a:spcPct val="2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integrate click analytics to empower user marketing decisions?</a:t>
            </a:r>
          </a:p>
          <a:p>
            <a:pPr lvl="1">
              <a:lnSpc>
                <a:spcPct val="2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reflect the unique characteristics of the school and individuals in this project?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61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3A98F3-E379-1A07-343E-BA0D9319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Progress update &amp; demonstration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D17D2E-C3D5-1DF3-3B27-EF43A33CD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MY URL SHORTERNER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183938-28F6-EB11-C16A-EA1AFB0FC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15" y="1869321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51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52517-6634-6B4F-1FD4-183A098A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 &amp; Implementation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212E1-7751-5187-DC86-18E6E403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0" y="1420758"/>
            <a:ext cx="10653579" cy="45938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Short-Code Generation &amp; Collision Handling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Base62 [A-Za-z0-9]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 characters → Theoretical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keyspace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~56.8 billion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combinations.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Resolution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10-retry loop with database uniqueness check.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Reserved Words Blacklist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Prevents route hijacking (e.g., admin, 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login).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Custom Code Validation Pipeline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Constraint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3–20 characters.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Whitelist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Letters, numbers, underscore, hyphen (a-zA-Z0-9_-).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links: 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set the words they preferred (e.g. announcement, </a:t>
            </a:r>
            <a:r>
              <a:rPr lang="en-US" altLang="zh-C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itsimportant</a:t>
            </a:r>
            <a:r>
              <a:rPr lang="en-US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Rules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leading/trailing hyphens.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consecutive hyphens (--).</a:t>
            </a: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Case-insensitive reserved word blocking.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698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44ECF-107B-B437-91B5-5569EDD9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Methodology &amp; Implementation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8FF1A-0927-D09B-4D4E-B78683859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55821"/>
            <a:ext cx="10653579" cy="48535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b="1" dirty="0"/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Expiration &amp; Lifecycle Enforcement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TTL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 day / 7 days / 30 days / Permanent.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Enforcement Point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Pre-redirection check.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Response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Returns 410 Gone for expired links (stops click counting and logging).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Cross-Database Abstraction Layer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Connection Factory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Auto-detects DATABASE_URL environment variable.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Engine Support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SQLite (dev) ↔ PostgreSQL (production).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Migration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init_db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 dynamically detects missing columns and executes ALTER TABLE statements.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Click Analytics Logging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Captured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IP address (proxy-aware via X-Forwarded-For), User-Agent,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Timestamp.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Schema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Separate clicks table prevents write contention on 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url_mappings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Deletion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ON DELETE CASCADE ensures data consistency when links are removed.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807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048B2-0FF9-6A9F-2A0A-8C57EF77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Critical Evaluation</a:t>
            </a:r>
            <a:br>
              <a:rPr lang="en-US" altLang="zh-CN" dirty="0"/>
            </a:b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6784C0D-98B9-70F4-F537-AA47238FA9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153094"/>
              </p:ext>
            </p:extLst>
          </p:nvPr>
        </p:nvGraphicFramePr>
        <p:xfrm>
          <a:off x="612514" y="1680897"/>
          <a:ext cx="11094212" cy="411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828">
                  <a:extLst>
                    <a:ext uri="{9D8B030D-6E8A-4147-A177-3AD203B41FA5}">
                      <a16:colId xmlns:a16="http://schemas.microsoft.com/office/drawing/2014/main" val="159690776"/>
                    </a:ext>
                  </a:extLst>
                </a:gridCol>
                <a:gridCol w="7766384">
                  <a:extLst>
                    <a:ext uri="{9D8B030D-6E8A-4147-A177-3AD203B41FA5}">
                      <a16:colId xmlns:a16="http://schemas.microsoft.com/office/drawing/2014/main" val="3114048728"/>
                    </a:ext>
                  </a:extLst>
                </a:gridCol>
              </a:tblGrid>
              <a:tr h="612296"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Identified Issue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766455"/>
                  </a:ext>
                </a:extLst>
              </a:tr>
              <a:tr h="612296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Missing CSRF Protection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(State-changing POST requests lack tokens)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819514"/>
                  </a:ext>
                </a:extLst>
              </a:tr>
              <a:tr h="1056841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Hardcoded Admin Privilege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(Registering username 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grants root access)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639392"/>
                  </a:ext>
                </a:extLst>
              </a:tr>
              <a:tr h="612296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Usability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Password reset only prints to console (No email integration)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17021"/>
                  </a:ext>
                </a:extLst>
              </a:tr>
              <a:tr h="612296">
                <a:tc>
                  <a:txBody>
                    <a:bodyPr/>
                    <a:lstStyle/>
                    <a:p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UX/Analytics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 only displayed as raw tables; 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Data Visualization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942202"/>
                  </a:ext>
                </a:extLst>
              </a:tr>
              <a:tr h="612296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Customize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Project needs more </a:t>
                      </a:r>
                      <a:r>
                        <a:rPr lang="en-US" altLang="zh-CN" b="1" dirty="0"/>
                        <a:t>personal characteristics</a:t>
                      </a:r>
                      <a:endParaRPr lang="zh-CN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67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70564-A3AD-B36F-C8C6-F769CF40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Conclusion &amp; Next Steps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2D5F16-E4D6-363A-C0B6-90708219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1" dirty="0"/>
              <a:t>Final Sprint: Enhancement Directions for Graduation Project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1. Security Hardening (Top Priority)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Integrate Flask-WTF for </a:t>
            </a:r>
            <a:r>
              <a:rPr lang="en-US" altLang="zh-CN" b="1" dirty="0"/>
              <a:t>CSRF Protection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Refactor permission system: Add </a:t>
            </a:r>
            <a:r>
              <a:rPr lang="en-US" altLang="zh-CN" dirty="0" err="1"/>
              <a:t>is_admin</a:t>
            </a:r>
            <a:r>
              <a:rPr lang="en-US" altLang="zh-CN" dirty="0"/>
              <a:t> field to database.</a:t>
            </a:r>
          </a:p>
          <a:p>
            <a:pPr marL="0" indent="0">
              <a:buNone/>
            </a:pPr>
            <a:r>
              <a:rPr lang="en-US" altLang="zh-CN" b="1" dirty="0"/>
              <a:t>2. Analytics &amp; UX Upgrade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Data Visualization: Implement </a:t>
            </a:r>
            <a:r>
              <a:rPr lang="en-US" altLang="zh-CN" b="1" dirty="0"/>
              <a:t>Chart.js</a:t>
            </a:r>
            <a:r>
              <a:rPr lang="en-US" altLang="zh-CN" dirty="0"/>
              <a:t> for click trends and geographic distribution.</a:t>
            </a:r>
          </a:p>
          <a:p>
            <a:pPr lvl="1"/>
            <a:r>
              <a:rPr lang="en-US" altLang="zh-CN" dirty="0"/>
              <a:t>Advanced Features: </a:t>
            </a:r>
            <a:r>
              <a:rPr lang="en-US" altLang="zh-CN" b="1" dirty="0"/>
              <a:t>Password-protected links</a:t>
            </a:r>
            <a:r>
              <a:rPr lang="en-US" altLang="zh-CN" dirty="0"/>
              <a:t> + </a:t>
            </a:r>
            <a:r>
              <a:rPr lang="en-US" altLang="zh-CN" b="1" dirty="0"/>
              <a:t>Click-limit expiration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Multiple expiration methods: time, </a:t>
            </a:r>
            <a:r>
              <a:rPr lang="en-US" altLang="zh-CN" b="1" dirty="0"/>
              <a:t>number of clicks</a:t>
            </a:r>
          </a:p>
          <a:p>
            <a:pPr lvl="1"/>
            <a:r>
              <a:rPr lang="en-US" altLang="zh-CN" dirty="0"/>
              <a:t>Data analysis method: One-click generation of </a:t>
            </a:r>
            <a:r>
              <a:rPr lang="en-US" altLang="zh-CN" b="1" dirty="0"/>
              <a:t>click reports</a:t>
            </a:r>
          </a:p>
          <a:p>
            <a:pPr marL="0" indent="0">
              <a:buNone/>
            </a:pPr>
            <a:r>
              <a:rPr lang="en-US" altLang="zh-CN" b="1" dirty="0"/>
              <a:t>3. Localization (HKU Context)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Implement </a:t>
            </a:r>
            <a:r>
              <a:rPr lang="en-US" altLang="zh-CN" b="1" dirty="0"/>
              <a:t>Trilingual Interface</a:t>
            </a:r>
            <a:r>
              <a:rPr lang="en-US" altLang="zh-CN" dirty="0"/>
              <a:t> (English /</a:t>
            </a:r>
            <a:r>
              <a:rPr lang="zh-CN" altLang="en-US" dirty="0"/>
              <a:t>廣東話</a:t>
            </a:r>
            <a:r>
              <a:rPr lang="en-US" altLang="zh-CN" dirty="0"/>
              <a:t>/ </a:t>
            </a:r>
            <a:r>
              <a:rPr lang="zh-CN" altLang="en-US" dirty="0"/>
              <a:t>简体中文</a:t>
            </a:r>
            <a:r>
              <a:rPr lang="en-US" altLang="zh-CN" dirty="0"/>
              <a:t>).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797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9538B-415D-529A-9DEB-17A5AC0D3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62871"/>
            <a:ext cx="10653578" cy="11322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sz="8000" dirty="0"/>
              <a:t>Q&amp;A</a:t>
            </a:r>
            <a:endParaRPr lang="zh-CN" altLang="en-US" sz="8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28D6E-63B3-9534-C177-BEB828BA7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745144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686</Words>
  <Application>Microsoft Office PowerPoint</Application>
  <PresentationFormat>宽屏</PresentationFormat>
  <Paragraphs>82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Neue Haas Grotesk Text Pro</vt:lpstr>
      <vt:lpstr>Times New Roman</vt:lpstr>
      <vt:lpstr>VanillaVTI</vt:lpstr>
      <vt:lpstr>A URL Shorterner  Midterm Presentation</vt:lpstr>
      <vt:lpstr>Contents</vt:lpstr>
      <vt:lpstr>Project review </vt:lpstr>
      <vt:lpstr>Research review</vt:lpstr>
      <vt:lpstr>Progress update &amp; demonstration </vt:lpstr>
      <vt:lpstr>Methodology &amp; Implementation</vt:lpstr>
      <vt:lpstr>Methodology &amp; Implementation</vt:lpstr>
      <vt:lpstr>Critical Evaluation </vt:lpstr>
      <vt:lpstr>Conclusion &amp; Next Steps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行知 谭</dc:creator>
  <cp:lastModifiedBy>行知 谭</cp:lastModifiedBy>
  <cp:revision>3</cp:revision>
  <dcterms:created xsi:type="dcterms:W3CDTF">2026-04-21T07:45:41Z</dcterms:created>
  <dcterms:modified xsi:type="dcterms:W3CDTF">2026-04-23T14:11:01Z</dcterms:modified>
</cp:coreProperties>
</file>